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91" r:id="rId22"/>
    <p:sldId id="282" r:id="rId9"/>
    <p:sldId id="287" r:id="rId10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85" r:id="rId13"/>
    <p:sldId id="266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raj Goykar" userId="2508f225841b4570" providerId="LiveId" clId="{D1E0BD2C-E30F-4DE8-B7AC-996E0238BD73}"/>
    <pc:docChg chg="undo redo custSel addSld delSld modSld">
      <pc:chgData name="Premraj Goykar" userId="2508f225841b4570" providerId="LiveId" clId="{D1E0BD2C-E30F-4DE8-B7AC-996E0238BD73}" dt="2026-10-14T09:36:17.517" v="1836" actId="20577"/>
      <pc:docMkLst>
        <pc:docMk/>
      </pc:docMkLst>
      <pc:sldChg chg="modSp mod">
        <pc:chgData name="Premraj Goykar" userId="2508f225841b4570" providerId="LiveId" clId="{D1E0BD2C-E30F-4DE8-B7AC-996E0238BD73}" dt="2026-10-06T07:31:04.661" v="1377" actId="255"/>
        <pc:sldMkLst>
          <pc:docMk/>
          <pc:sldMk cId="940399193" sldId="266"/>
        </pc:sldMkLst>
        <pc:spChg chg="mod">
          <ac:chgData name="Premraj Goykar" userId="2508f225841b4570" providerId="LiveId" clId="{D1E0BD2C-E30F-4DE8-B7AC-996E0238BD73}" dt="2026-10-06T07:30:36.643" v="1375" actId="2711"/>
          <ac:spMkLst>
            <pc:docMk/>
            <pc:sldMk cId="940399193" sldId="266"/>
            <ac:spMk id="2" creationId="{174859A8-4301-4C8E-80D1-086242B739A5}"/>
          </ac:spMkLst>
        </pc:spChg>
        <pc:spChg chg="mod">
          <ac:chgData name="Premraj Goykar" userId="2508f225841b4570" providerId="LiveId" clId="{D1E0BD2C-E30F-4DE8-B7AC-996E0238BD73}" dt="2026-10-06T07:31:04.661" v="1377" actId="255"/>
          <ac:spMkLst>
            <pc:docMk/>
            <pc:sldMk cId="940399193" sldId="266"/>
            <ac:spMk id="5" creationId="{F35AD439-A3E7-7E4A-128B-AA8CF1C27A77}"/>
          </ac:spMkLst>
        </pc:spChg>
      </pc:sldChg>
      <pc:sldChg chg="addSp delSp modSp mod">
        <pc:chgData name="Premraj Goykar" userId="2508f225841b4570" providerId="LiveId" clId="{D1E0BD2C-E30F-4DE8-B7AC-996E0238BD73}" dt="2026-10-14T09:36:17.517" v="1836" actId="20577"/>
        <pc:sldMkLst>
          <pc:docMk/>
          <pc:sldMk cId="3602338430" sldId="271"/>
        </pc:sldMkLst>
        <pc:spChg chg="mod">
          <ac:chgData name="Premraj Goykar" userId="2508f225841b4570" providerId="LiveId" clId="{D1E0BD2C-E30F-4DE8-B7AC-996E0238BD73}" dt="2026-10-05T16:01:39.677" v="72" actId="2711"/>
          <ac:spMkLst>
            <pc:docMk/>
            <pc:sldMk cId="3602338430" sldId="271"/>
            <ac:spMk id="13" creationId="{97389D3B-D090-41D6-BB8D-F8D1A3EC2634}"/>
          </ac:spMkLst>
        </pc:spChg>
        <pc:spChg chg="mod">
          <ac:chgData name="Premraj Goykar" userId="2508f225841b4570" providerId="LiveId" clId="{D1E0BD2C-E30F-4DE8-B7AC-996E0238BD73}" dt="2026-10-05T15:59:03.865" v="57" actId="113"/>
          <ac:spMkLst>
            <pc:docMk/>
            <pc:sldMk cId="3602338430" sldId="271"/>
            <ac:spMk id="15" creationId="{C72AA1BD-5C37-4898-838A-C1F25A58D660}"/>
          </ac:spMkLst>
        </pc:spChg>
        <pc:spChg chg="mod">
          <ac:chgData name="Premraj Goykar" userId="2508f225841b4570" providerId="LiveId" clId="{D1E0BD2C-E30F-4DE8-B7AC-996E0238BD73}" dt="2026-10-06T06:21:47.026" v="557" actId="1036"/>
          <ac:spMkLst>
            <pc:docMk/>
            <pc:sldMk cId="3602338430" sldId="271"/>
            <ac:spMk id="21" creationId="{51C74F7D-56E3-4E55-95F0-C0D8C8C11BE8}"/>
          </ac:spMkLst>
        </pc:spChg>
        <pc:spChg chg="mod">
          <ac:chgData name="Premraj Goykar" userId="2508f225841b4570" providerId="LiveId" clId="{D1E0BD2C-E30F-4DE8-B7AC-996E0238BD73}" dt="2026-10-14T09:36:17.517" v="1836" actId="20577"/>
          <ac:spMkLst>
            <pc:docMk/>
            <pc:sldMk cId="3602338430" sldId="271"/>
            <ac:spMk id="25" creationId="{A1429130-40B3-459E-8B41-60933F69369B}"/>
          </ac:spMkLst>
        </pc:spChg>
        <pc:picChg chg="mod">
          <ac:chgData name="Premraj Goykar" userId="2508f225841b4570" providerId="LiveId" clId="{D1E0BD2C-E30F-4DE8-B7AC-996E0238BD73}" dt="2026-10-05T15:59:30.833" v="60" actId="14100"/>
          <ac:picMkLst>
            <pc:docMk/>
            <pc:sldMk cId="3602338430" sldId="271"/>
            <ac:picMk id="8" creationId="{2AC37EFD-D716-4491-B060-F82231047AA4}"/>
          </ac:picMkLst>
        </pc:picChg>
        <pc:picChg chg="mod">
          <ac:chgData name="Premraj Goykar" userId="2508f225841b4570" providerId="LiveId" clId="{D1E0BD2C-E30F-4DE8-B7AC-996E0238BD73}" dt="2026-10-05T15:59:16.413" v="58" actId="14100"/>
          <ac:picMkLst>
            <pc:docMk/>
            <pc:sldMk cId="3602338430" sldId="271"/>
            <ac:picMk id="9" creationId="{2F609B56-7E2F-4878-BFF9-1726B9C0D844}"/>
          </ac:picMkLst>
        </pc:picChg>
      </pc:sldChg>
      <pc:sldChg chg="modSp mod">
        <pc:chgData name="Premraj Goykar" userId="2508f225841b4570" providerId="LiveId" clId="{D1E0BD2C-E30F-4DE8-B7AC-996E0238BD73}" dt="2026-10-05T16:06:20" v="291" actId="2711"/>
        <pc:sldMkLst>
          <pc:docMk/>
          <pc:sldMk cId="95320548" sldId="273"/>
        </pc:sldMkLst>
        <pc:spChg chg="mod">
          <ac:chgData name="Premraj Goykar" userId="2508f225841b4570" providerId="LiveId" clId="{D1E0BD2C-E30F-4DE8-B7AC-996E0238BD73}" dt="2026-10-05T16:06:20" v="291" actId="2711"/>
          <ac:spMkLst>
            <pc:docMk/>
            <pc:sldMk cId="95320548" sldId="273"/>
            <ac:spMk id="2" creationId="{9A5B2341-A07E-40AE-B9DD-ADCB962BA77B}"/>
          </ac:spMkLst>
        </pc:spChg>
      </pc:sldChg>
      <pc:sldChg chg="modSp mod">
        <pc:chgData name="Premraj Goykar" userId="2508f225841b4570" providerId="LiveId" clId="{D1E0BD2C-E30F-4DE8-B7AC-996E0238BD73}" dt="2026-10-06T06:10:41.046" v="394" actId="20577"/>
        <pc:sldMkLst>
          <pc:docMk/>
          <pc:sldMk cId="1983370234" sldId="274"/>
        </pc:sldMkLst>
        <pc:spChg chg="mod">
          <ac:chgData name="Premraj Goykar" userId="2508f225841b4570" providerId="LiveId" clId="{D1E0BD2C-E30F-4DE8-B7AC-996E0238BD73}" dt="2026-10-05T16:12:21.055" v="303" actId="20577"/>
          <ac:spMkLst>
            <pc:docMk/>
            <pc:sldMk cId="1983370234" sldId="274"/>
            <ac:spMk id="2" creationId="{0F8D4D90-6573-47F2-857B-6146DAACFAF9}"/>
          </ac:spMkLst>
        </pc:spChg>
        <pc:spChg chg="mod">
          <ac:chgData name="Premraj Goykar" userId="2508f225841b4570" providerId="LiveId" clId="{D1E0BD2C-E30F-4DE8-B7AC-996E0238BD73}" dt="2026-10-06T06:10:41.046" v="394" actId="20577"/>
          <ac:spMkLst>
            <pc:docMk/>
            <pc:sldMk cId="1983370234" sldId="274"/>
            <ac:spMk id="3" creationId="{0CDF39FD-B974-4648-976D-135720301141}"/>
          </ac:spMkLst>
        </pc:spChg>
      </pc:sldChg>
      <pc:sldChg chg="addSp delSp modSp mod">
        <pc:chgData name="Premraj Goykar" userId="2508f225841b4570" providerId="LiveId" clId="{D1E0BD2C-E30F-4DE8-B7AC-996E0238BD73}" dt="2026-10-06T06:14:12.691" v="403" actId="12"/>
        <pc:sldMkLst>
          <pc:docMk/>
          <pc:sldMk cId="181757136" sldId="278"/>
        </pc:sldMkLst>
        <pc:spChg chg="add del mod">
          <ac:chgData name="Premraj Goykar" userId="2508f225841b4570" providerId="LiveId" clId="{D1E0BD2C-E30F-4DE8-B7AC-996E0238BD73}" dt="2026-10-06T06:14:12.691" v="403" actId="12"/>
          <ac:spMkLst>
            <pc:docMk/>
            <pc:sldMk cId="181757136" sldId="278"/>
            <ac:spMk id="3" creationId="{C3B883C8-F666-4B87-8F8B-246C58248AFA}"/>
          </ac:spMkLst>
        </pc:spChg>
      </pc:sldChg>
      <pc:sldChg chg="modSp mod">
        <pc:chgData name="Premraj Goykar" userId="2508f225841b4570" providerId="LiveId" clId="{D1E0BD2C-E30F-4DE8-B7AC-996E0238BD73}" dt="2026-10-06T07:34:16.497" v="1394" actId="1036"/>
        <pc:sldMkLst>
          <pc:docMk/>
          <pc:sldMk cId="1930367474" sldId="279"/>
        </pc:sldMkLst>
        <pc:spChg chg="mod">
          <ac:chgData name="Premraj Goykar" userId="2508f225841b4570" providerId="LiveId" clId="{D1E0BD2C-E30F-4DE8-B7AC-996E0238BD73}" dt="2026-10-06T07:34:16.497" v="1394" actId="1036"/>
          <ac:spMkLst>
            <pc:docMk/>
            <pc:sldMk cId="1930367474" sldId="279"/>
            <ac:spMk id="2" creationId="{E3E17A29-E4E0-430B-B67A-F1E02C080D93}"/>
          </ac:spMkLst>
        </pc:spChg>
        <pc:spChg chg="mod">
          <ac:chgData name="Premraj Goykar" userId="2508f225841b4570" providerId="LiveId" clId="{D1E0BD2C-E30F-4DE8-B7AC-996E0238BD73}" dt="2026-10-06T06:17:22.591" v="415" actId="20577"/>
          <ac:spMkLst>
            <pc:docMk/>
            <pc:sldMk cId="1930367474" sldId="279"/>
            <ac:spMk id="3" creationId="{0C70D20C-DF7A-49E4-8B89-151415458E90}"/>
          </ac:spMkLst>
        </pc:spChg>
      </pc:sldChg>
      <pc:sldChg chg="addSp delSp modSp mod modClrScheme chgLayout">
        <pc:chgData name="Premraj Goykar" userId="2508f225841b4570" providerId="LiveId" clId="{D1E0BD2C-E30F-4DE8-B7AC-996E0238BD73}" dt="2026-10-13T07:34:59.322" v="1685" actId="14100"/>
        <pc:sldMkLst>
          <pc:docMk/>
          <pc:sldMk cId="4114808052" sldId="282"/>
        </pc:sldMkLst>
        <pc:spChg chg="mod ord">
          <ac:chgData name="Premraj Goykar" userId="2508f225841b4570" providerId="LiveId" clId="{D1E0BD2C-E30F-4DE8-B7AC-996E0238BD73}" dt="2026-10-06T07:17:59.894" v="1188" actId="1036"/>
          <ac:spMkLst>
            <pc:docMk/>
            <pc:sldMk cId="4114808052" sldId="282"/>
            <ac:spMk id="2" creationId="{C663B29D-9EA5-4042-BC61-D443DE8782AC}"/>
          </ac:spMkLst>
        </pc:spChg>
        <pc:spChg chg="mod ord">
          <ac:chgData name="Premraj Goykar" userId="2508f225841b4570" providerId="LiveId" clId="{D1E0BD2C-E30F-4DE8-B7AC-996E0238BD73}" dt="2026-10-06T06:58:58.876" v="1020" actId="14100"/>
          <ac:spMkLst>
            <pc:docMk/>
            <pc:sldMk cId="4114808052" sldId="282"/>
            <ac:spMk id="3" creationId="{AF19DD7C-92FE-4E55-8468-59BEDFEAC02C}"/>
          </ac:spMkLst>
        </pc:spChg>
        <pc:spChg chg="add del mod">
          <ac:chgData name="Premraj Goykar" userId="2508f225841b4570" providerId="LiveId" clId="{D1E0BD2C-E30F-4DE8-B7AC-996E0238BD73}" dt="2026-10-13T06:19:15.907" v="1569"/>
          <ac:spMkLst>
            <pc:docMk/>
            <pc:sldMk cId="4114808052" sldId="282"/>
            <ac:spMk id="4" creationId="{2D22978C-8DCD-14BD-B326-1542A09D4C51}"/>
          </ac:spMkLst>
        </pc:spChg>
        <pc:spChg chg="add mod">
          <ac:chgData name="Premraj Goykar" userId="2508f225841b4570" providerId="LiveId" clId="{D1E0BD2C-E30F-4DE8-B7AC-996E0238BD73}" dt="2026-10-06T07:18:27.246" v="1193" actId="1035"/>
          <ac:spMkLst>
            <pc:docMk/>
            <pc:sldMk cId="4114808052" sldId="282"/>
            <ac:spMk id="18" creationId="{B8FCCA03-A1B6-A421-A711-D508193EF7CD}"/>
          </ac:spMkLst>
        </pc:spChg>
        <pc:spChg chg="add mod">
          <ac:chgData name="Premraj Goykar" userId="2508f225841b4570" providerId="LiveId" clId="{D1E0BD2C-E30F-4DE8-B7AC-996E0238BD73}" dt="2026-10-06T07:06:42.773" v="1120" actId="255"/>
          <ac:spMkLst>
            <pc:docMk/>
            <pc:sldMk cId="4114808052" sldId="282"/>
            <ac:spMk id="20" creationId="{891675F0-1F30-93D3-A316-B6431A398109}"/>
          </ac:spMkLst>
        </pc:spChg>
        <pc:graphicFrameChg chg="add mod modGraphic">
          <ac:chgData name="Premraj Goykar" userId="2508f225841b4570" providerId="LiveId" clId="{D1E0BD2C-E30F-4DE8-B7AC-996E0238BD73}" dt="2026-10-13T07:34:59.322" v="1685" actId="14100"/>
          <ac:graphicFrameMkLst>
            <pc:docMk/>
            <pc:sldMk cId="4114808052" sldId="282"/>
            <ac:graphicFrameMk id="16" creationId="{4E094A57-0678-EFAB-1CDF-AAB947AB9093}"/>
          </ac:graphicFrameMkLst>
        </pc:graphicFrameChg>
        <pc:picChg chg="add del mod">
          <ac:chgData name="Premraj Goykar" userId="2508f225841b4570" providerId="LiveId" clId="{D1E0BD2C-E30F-4DE8-B7AC-996E0238BD73}" dt="2026-10-13T07:33:18.272" v="1673" actId="21"/>
          <ac:picMkLst>
            <pc:docMk/>
            <pc:sldMk cId="4114808052" sldId="282"/>
            <ac:picMk id="6" creationId="{1E9A7A0D-D450-7490-5D09-A337CA947F62}"/>
          </ac:picMkLst>
        </pc:picChg>
        <pc:picChg chg="add mod">
          <ac:chgData name="Premraj Goykar" userId="2508f225841b4570" providerId="LiveId" clId="{D1E0BD2C-E30F-4DE8-B7AC-996E0238BD73}" dt="2026-10-13T07:34:46.368" v="1684" actId="14100"/>
          <ac:picMkLst>
            <pc:docMk/>
            <pc:sldMk cId="4114808052" sldId="282"/>
            <ac:picMk id="8" creationId="{33871FD8-B19E-B9D7-80C2-091534DE2F3A}"/>
          </ac:picMkLst>
        </pc:picChg>
        <pc:picChg chg="add del mod ord">
          <ac:chgData name="Premraj Goykar" userId="2508f225841b4570" providerId="LiveId" clId="{D1E0BD2C-E30F-4DE8-B7AC-996E0238BD73}" dt="2026-10-13T06:18:07.880" v="1556" actId="21"/>
          <ac:picMkLst>
            <pc:docMk/>
            <pc:sldMk cId="4114808052" sldId="282"/>
            <ac:picMk id="15" creationId="{A58F4786-36ED-882A-AFF2-8A6A8FB23F58}"/>
          </ac:picMkLst>
        </pc:picChg>
      </pc:sldChg>
      <pc:sldChg chg="modSp mod">
        <pc:chgData name="Premraj Goykar" userId="2508f225841b4570" providerId="LiveId" clId="{D1E0BD2C-E30F-4DE8-B7AC-996E0238BD73}" dt="2026-10-06T07:33:26.540" v="1389" actId="2711"/>
        <pc:sldMkLst>
          <pc:docMk/>
          <pc:sldMk cId="1151987548" sldId="283"/>
        </pc:sldMkLst>
        <pc:spChg chg="mod">
          <ac:chgData name="Premraj Goykar" userId="2508f225841b4570" providerId="LiveId" clId="{D1E0BD2C-E30F-4DE8-B7AC-996E0238BD73}" dt="2026-10-06T07:33:26.540" v="1389" actId="2711"/>
          <ac:spMkLst>
            <pc:docMk/>
            <pc:sldMk cId="1151987548" sldId="283"/>
            <ac:spMk id="2" creationId="{441A77F7-0088-48A7-B16F-B6CDD750FCF6}"/>
          </ac:spMkLst>
        </pc:spChg>
        <pc:spChg chg="mod">
          <ac:chgData name="Premraj Goykar" userId="2508f225841b4570" providerId="LiveId" clId="{D1E0BD2C-E30F-4DE8-B7AC-996E0238BD73}" dt="2026-10-06T06:24:56.214" v="585" actId="12"/>
          <ac:spMkLst>
            <pc:docMk/>
            <pc:sldMk cId="1151987548" sldId="283"/>
            <ac:spMk id="3" creationId="{B960DD44-DB9B-458B-9D25-3AF642BFD9EF}"/>
          </ac:spMkLst>
        </pc:spChg>
      </pc:sldChg>
      <pc:sldChg chg="modSp mod">
        <pc:chgData name="Premraj Goykar" userId="2508f225841b4570" providerId="LiveId" clId="{D1E0BD2C-E30F-4DE8-B7AC-996E0238BD73}" dt="2026-10-06T07:31:27.382" v="1378" actId="2711"/>
        <pc:sldMkLst>
          <pc:docMk/>
          <pc:sldMk cId="4053351833" sldId="285"/>
        </pc:sldMkLst>
        <pc:spChg chg="mod">
          <ac:chgData name="Premraj Goykar" userId="2508f225841b4570" providerId="LiveId" clId="{D1E0BD2C-E30F-4DE8-B7AC-996E0238BD73}" dt="2026-10-06T07:31:27.382" v="1378" actId="2711"/>
          <ac:spMkLst>
            <pc:docMk/>
            <pc:sldMk cId="4053351833" sldId="285"/>
            <ac:spMk id="2" creationId="{FAE8D940-E456-4083-912A-0FEBF8D7250E}"/>
          </ac:spMkLst>
        </pc:spChg>
        <pc:spChg chg="mod">
          <ac:chgData name="Premraj Goykar" userId="2508f225841b4570" providerId="LiveId" clId="{D1E0BD2C-E30F-4DE8-B7AC-996E0238BD73}" dt="2026-10-06T07:29:23.314" v="1369" actId="20577"/>
          <ac:spMkLst>
            <pc:docMk/>
            <pc:sldMk cId="4053351833" sldId="285"/>
            <ac:spMk id="5" creationId="{5CDA3A2B-6D03-4D04-9D87-415BE72FBE4C}"/>
          </ac:spMkLst>
        </pc:spChg>
      </pc:sldChg>
      <pc:sldChg chg="addSp delSp modSp mod">
        <pc:chgData name="Premraj Goykar" userId="2508f225841b4570" providerId="LiveId" clId="{D1E0BD2C-E30F-4DE8-B7AC-996E0238BD73}" dt="2026-10-06T07:32:45.963" v="1383" actId="1035"/>
        <pc:sldMkLst>
          <pc:docMk/>
          <pc:sldMk cId="3327316522" sldId="286"/>
        </pc:sldMkLst>
        <pc:spChg chg="mod">
          <ac:chgData name="Premraj Goykar" userId="2508f225841b4570" providerId="LiveId" clId="{D1E0BD2C-E30F-4DE8-B7AC-996E0238BD73}" dt="2026-10-06T07:32:45.963" v="1383" actId="1035"/>
          <ac:spMkLst>
            <pc:docMk/>
            <pc:sldMk cId="3327316522" sldId="286"/>
            <ac:spMk id="2" creationId="{705088AD-B1BC-4643-B1DF-6F3D0D7D1EEC}"/>
          </ac:spMkLst>
        </pc:spChg>
        <pc:spChg chg="add del mod">
          <ac:chgData name="Premraj Goykar" userId="2508f225841b4570" providerId="LiveId" clId="{D1E0BD2C-E30F-4DE8-B7AC-996E0238BD73}" dt="2026-10-06T06:48:53.517" v="910" actId="255"/>
          <ac:spMkLst>
            <pc:docMk/>
            <pc:sldMk cId="3327316522" sldId="286"/>
            <ac:spMk id="3" creationId="{F4FA560C-1674-4EE3-94B4-618D361F7522}"/>
          </ac:spMkLst>
        </pc:spChg>
      </pc:sldChg>
      <pc:sldChg chg="addSp delSp modSp mod modClrScheme chgLayout">
        <pc:chgData name="Premraj Goykar" userId="2508f225841b4570" providerId="LiveId" clId="{D1E0BD2C-E30F-4DE8-B7AC-996E0238BD73}" dt="2026-10-13T07:36:27.330" v="1687" actId="20577"/>
        <pc:sldMkLst>
          <pc:docMk/>
          <pc:sldMk cId="238661314" sldId="287"/>
        </pc:sldMkLst>
        <pc:spChg chg="mod ord">
          <ac:chgData name="Premraj Goykar" userId="2508f225841b4570" providerId="LiveId" clId="{D1E0BD2C-E30F-4DE8-B7AC-996E0238BD73}" dt="2026-10-13T07:20:07.707" v="1601" actId="20577"/>
          <ac:spMkLst>
            <pc:docMk/>
            <pc:sldMk cId="238661314" sldId="287"/>
            <ac:spMk id="2" creationId="{683541C1-0906-95C4-F18B-D1D2E80B89B1}"/>
          </ac:spMkLst>
        </pc:spChg>
        <pc:spChg chg="add mod">
          <ac:chgData name="Premraj Goykar" userId="2508f225841b4570" providerId="LiveId" clId="{D1E0BD2C-E30F-4DE8-B7AC-996E0238BD73}" dt="2026-10-13T07:36:27.330" v="1687" actId="20577"/>
          <ac:spMkLst>
            <pc:docMk/>
            <pc:sldMk cId="238661314" sldId="287"/>
            <ac:spMk id="4" creationId="{42EBE594-1C87-55A2-E3A0-150BBBFB73E1}"/>
          </ac:spMkLst>
        </pc:spChg>
        <pc:spChg chg="add del mod">
          <ac:chgData name="Premraj Goykar" userId="2508f225841b4570" providerId="LiveId" clId="{D1E0BD2C-E30F-4DE8-B7AC-996E0238BD73}" dt="2026-10-13T07:22:31.844" v="1622"/>
          <ac:spMkLst>
            <pc:docMk/>
            <pc:sldMk cId="238661314" sldId="287"/>
            <ac:spMk id="6" creationId="{E5598C4D-BDC0-2D7F-7035-979A6F451BE8}"/>
          </ac:spMkLst>
        </pc:spChg>
        <pc:spChg chg="add mod">
          <ac:chgData name="Premraj Goykar" userId="2508f225841b4570" providerId="LiveId" clId="{D1E0BD2C-E30F-4DE8-B7AC-996E0238BD73}" dt="2026-10-06T07:17:25.528" v="1180" actId="14100"/>
          <ac:spMkLst>
            <pc:docMk/>
            <pc:sldMk cId="238661314" sldId="287"/>
            <ac:spMk id="13" creationId="{D0ED2270-6F0A-EB6D-5AF4-ED2F98B029EA}"/>
          </ac:spMkLst>
        </pc:spChg>
        <pc:spChg chg="add del mod">
          <ac:chgData name="Premraj Goykar" userId="2508f225841b4570" providerId="LiveId" clId="{D1E0BD2C-E30F-4DE8-B7AC-996E0238BD73}" dt="2026-10-13T07:19:52.296" v="1588" actId="21"/>
          <ac:spMkLst>
            <pc:docMk/>
            <pc:sldMk cId="238661314" sldId="287"/>
            <ac:spMk id="20" creationId="{39A546DA-6989-5909-ACB1-3A716CB0B21C}"/>
          </ac:spMkLst>
        </pc:spChg>
        <pc:picChg chg="add del mod ord">
          <ac:chgData name="Premraj Goykar" userId="2508f225841b4570" providerId="LiveId" clId="{D1E0BD2C-E30F-4DE8-B7AC-996E0238BD73}" dt="2026-10-13T07:19:03.437" v="1584" actId="21"/>
          <ac:picMkLst>
            <pc:docMk/>
            <pc:sldMk cId="238661314" sldId="287"/>
            <ac:picMk id="5" creationId="{7683F650-54CD-0BEB-EF17-7636DE206598}"/>
          </ac:picMkLst>
        </pc:picChg>
        <pc:picChg chg="add del mod">
          <ac:chgData name="Premraj Goykar" userId="2508f225841b4570" providerId="LiveId" clId="{D1E0BD2C-E30F-4DE8-B7AC-996E0238BD73}" dt="2026-10-13T07:19:55.479" v="1589" actId="21"/>
          <ac:picMkLst>
            <pc:docMk/>
            <pc:sldMk cId="238661314" sldId="287"/>
            <ac:picMk id="19" creationId="{12A974D4-62D9-27E3-CB2B-3288BF4F16B5}"/>
          </ac:picMkLst>
        </pc:picChg>
      </pc:sldChg>
      <pc:sldChg chg="addSp modSp new mod">
        <pc:chgData name="Premraj Goykar" userId="2508f225841b4570" providerId="LiveId" clId="{D1E0BD2C-E30F-4DE8-B7AC-996E0238BD73}" dt="2026-10-06T07:36:54.102" v="1451" actId="20577"/>
        <pc:sldMkLst>
          <pc:docMk/>
          <pc:sldMk cId="4108052411" sldId="288"/>
        </pc:sldMkLst>
        <pc:spChg chg="add mod">
          <ac:chgData name="Premraj Goykar" userId="2508f225841b4570" providerId="LiveId" clId="{D1E0BD2C-E30F-4DE8-B7AC-996E0238BD73}" dt="2026-10-06T07:36:54.102" v="1451" actId="20577"/>
          <ac:spMkLst>
            <pc:docMk/>
            <pc:sldMk cId="4108052411" sldId="288"/>
            <ac:spMk id="2" creationId="{DEF0C9F3-C9A9-629B-4F41-2E9FECC80780}"/>
          </ac:spMkLst>
        </pc:spChg>
      </pc:sldChg>
      <pc:sldChg chg="addSp delSp modSp new mod">
        <pc:chgData name="Premraj Goykar" userId="2508f225841b4570" providerId="LiveId" clId="{D1E0BD2C-E30F-4DE8-B7AC-996E0238BD73}" dt="2026-10-13T07:29:39.193" v="1661" actId="1076"/>
        <pc:sldMkLst>
          <pc:docMk/>
          <pc:sldMk cId="2380347655" sldId="289"/>
        </pc:sldMkLst>
        <pc:spChg chg="mod">
          <ac:chgData name="Premraj Goykar" userId="2508f225841b4570" providerId="LiveId" clId="{D1E0BD2C-E30F-4DE8-B7AC-996E0238BD73}" dt="2026-10-13T07:22:46.236" v="1624" actId="14100"/>
          <ac:spMkLst>
            <pc:docMk/>
            <pc:sldMk cId="2380347655" sldId="289"/>
            <ac:spMk id="2" creationId="{7F8BB35A-8A46-74A5-B78B-E751F7DFF2B0}"/>
          </ac:spMkLst>
        </pc:spChg>
        <pc:spChg chg="del mod">
          <ac:chgData name="Premraj Goykar" userId="2508f225841b4570" providerId="LiveId" clId="{D1E0BD2C-E30F-4DE8-B7AC-996E0238BD73}" dt="2026-10-13T07:25:03.182" v="1626" actId="931"/>
          <ac:spMkLst>
            <pc:docMk/>
            <pc:sldMk cId="2380347655" sldId="289"/>
            <ac:spMk id="3" creationId="{D31322C4-0FBD-4AC5-83C2-A9BC3D8AB6D4}"/>
          </ac:spMkLst>
        </pc:spChg>
        <pc:spChg chg="add del mod">
          <ac:chgData name="Premraj Goykar" userId="2508f225841b4570" providerId="LiveId" clId="{D1E0BD2C-E30F-4DE8-B7AC-996E0238BD73}" dt="2026-10-13T07:28:27.412" v="1646" actId="21"/>
          <ac:spMkLst>
            <pc:docMk/>
            <pc:sldMk cId="2380347655" sldId="289"/>
            <ac:spMk id="11" creationId="{B84C8BF8-A983-4A33-3DBF-30C152C51305}"/>
          </ac:spMkLst>
        </pc:spChg>
        <pc:spChg chg="add mod">
          <ac:chgData name="Premraj Goykar" userId="2508f225841b4570" providerId="LiveId" clId="{D1E0BD2C-E30F-4DE8-B7AC-996E0238BD73}" dt="2026-10-13T07:28:25.967" v="1645" actId="767"/>
          <ac:spMkLst>
            <pc:docMk/>
            <pc:sldMk cId="2380347655" sldId="289"/>
            <ac:spMk id="12" creationId="{45A36145-D8A8-5810-E8F0-59BEAA4F29F6}"/>
          </ac:spMkLst>
        </pc:spChg>
        <pc:spChg chg="add del mod">
          <ac:chgData name="Premraj Goykar" userId="2508f225841b4570" providerId="LiveId" clId="{D1E0BD2C-E30F-4DE8-B7AC-996E0238BD73}" dt="2026-10-13T07:29:29.965" v="1659" actId="21"/>
          <ac:spMkLst>
            <pc:docMk/>
            <pc:sldMk cId="2380347655" sldId="289"/>
            <ac:spMk id="14" creationId="{5E93D817-3528-FDCE-BE90-D50CDF5AFA39}"/>
          </ac:spMkLst>
        </pc:spChg>
        <pc:picChg chg="add del mod ord">
          <ac:chgData name="Premraj Goykar" userId="2508f225841b4570" providerId="LiveId" clId="{D1E0BD2C-E30F-4DE8-B7AC-996E0238BD73}" dt="2026-10-13T07:28:32.783" v="1647" actId="21"/>
          <ac:picMkLst>
            <pc:docMk/>
            <pc:sldMk cId="2380347655" sldId="289"/>
            <ac:picMk id="5" creationId="{ABF9D5B1-25D5-0740-A8E0-B99CD1A87450}"/>
          </ac:picMkLst>
        </pc:picChg>
        <pc:picChg chg="add mod">
          <ac:chgData name="Premraj Goykar" userId="2508f225841b4570" providerId="LiveId" clId="{D1E0BD2C-E30F-4DE8-B7AC-996E0238BD73}" dt="2026-10-13T07:29:39.193" v="1661" actId="1076"/>
          <ac:picMkLst>
            <pc:docMk/>
            <pc:sldMk cId="2380347655" sldId="289"/>
            <ac:picMk id="7" creationId="{BB6D6EBF-2DD7-8520-662C-BF397A320476}"/>
          </ac:picMkLst>
        </pc:picChg>
        <pc:picChg chg="add del mod">
          <ac:chgData name="Premraj Goykar" userId="2508f225841b4570" providerId="LiveId" clId="{D1E0BD2C-E30F-4DE8-B7AC-996E0238BD73}" dt="2026-10-13T07:26:44.606" v="1640" actId="931"/>
          <ac:picMkLst>
            <pc:docMk/>
            <pc:sldMk cId="2380347655" sldId="289"/>
            <ac:picMk id="9" creationId="{B9D12DA7-FA75-E88C-0E29-360C71A116AF}"/>
          </ac:picMkLst>
        </pc:picChg>
      </pc:sldChg>
      <pc:sldChg chg="addSp delSp modSp new mod modClrScheme chgLayout">
        <pc:chgData name="Premraj Goykar" userId="2508f225841b4570" providerId="LiveId" clId="{D1E0BD2C-E30F-4DE8-B7AC-996E0238BD73}" dt="2026-10-13T07:31:16.779" v="1672" actId="14100"/>
        <pc:sldMkLst>
          <pc:docMk/>
          <pc:sldMk cId="670275308" sldId="290"/>
        </pc:sldMkLst>
        <pc:spChg chg="del">
          <ac:chgData name="Premraj Goykar" userId="2508f225841b4570" providerId="LiveId" clId="{D1E0BD2C-E30F-4DE8-B7AC-996E0238BD73}" dt="2026-10-13T07:30:18.357" v="1663" actId="700"/>
          <ac:spMkLst>
            <pc:docMk/>
            <pc:sldMk cId="670275308" sldId="290"/>
            <ac:spMk id="2" creationId="{203C8590-159C-C658-94F3-FFF277874EC0}"/>
          </ac:spMkLst>
        </pc:spChg>
        <pc:spChg chg="del">
          <ac:chgData name="Premraj Goykar" userId="2508f225841b4570" providerId="LiveId" clId="{D1E0BD2C-E30F-4DE8-B7AC-996E0238BD73}" dt="2026-10-13T07:29:59.011" v="1662" actId="931"/>
          <ac:spMkLst>
            <pc:docMk/>
            <pc:sldMk cId="670275308" sldId="290"/>
            <ac:spMk id="3" creationId="{59EEB961-CDE8-99F2-9042-A3DC4F79C43B}"/>
          </ac:spMkLst>
        </pc:spChg>
        <pc:picChg chg="add mod ord">
          <ac:chgData name="Premraj Goykar" userId="2508f225841b4570" providerId="LiveId" clId="{D1E0BD2C-E30F-4DE8-B7AC-996E0238BD73}" dt="2026-10-13T07:31:04.731" v="1670" actId="1076"/>
          <ac:picMkLst>
            <pc:docMk/>
            <pc:sldMk cId="670275308" sldId="290"/>
            <ac:picMk id="5" creationId="{FF4BC97E-A7DB-22D7-2BD6-8331526EE48D}"/>
          </ac:picMkLst>
        </pc:picChg>
        <pc:picChg chg="add mod">
          <ac:chgData name="Premraj Goykar" userId="2508f225841b4570" providerId="LiveId" clId="{D1E0BD2C-E30F-4DE8-B7AC-996E0238BD73}" dt="2026-10-13T07:31:16.779" v="1672" actId="14100"/>
          <ac:picMkLst>
            <pc:docMk/>
            <pc:sldMk cId="670275308" sldId="290"/>
            <ac:picMk id="7" creationId="{CDD12E3C-2F7F-E46D-1BF0-53475F29E467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63A1E-539A-4081-80D9-4186E0CB4BF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6686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71464" cy="13280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835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JSPM’s </a:t>
            </a:r>
            <a:br>
              <a: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Rajarshi</a:t>
            </a:r>
            <a:r>
              <a: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Shahu</a:t>
            </a:r>
            <a:r>
              <a: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Engineering, </a:t>
            </a:r>
            <a:r>
              <a:rPr lang="en-US" sz="16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Tathawade</a:t>
            </a:r>
            <a:r>
              <a: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affiliated to Savitribai Phule Pune University)</a:t>
            </a:r>
            <a:br>
              <a:rPr lang="en-US" sz="13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-152403" y="95868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168083" y="1724615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Title: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algn="ctr"/>
            <a:b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“ LIBRARY MANAGEMENT SYSTEM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“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1199456" y="3105835"/>
            <a:ext cx="8568952" cy="322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 and PRN no:  </a:t>
            </a:r>
            <a:r>
              <a:rPr lang="en-US" sz="2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Premraj Gopichand Goykar (RBT25CB036)</a:t>
            </a:r>
          </a:p>
          <a:p>
            <a:pPr>
              <a:lnSpc>
                <a:spcPct val="200000"/>
              </a:lnSpc>
              <a:defRPr/>
            </a:pPr>
            <a:r>
              <a:rPr lang="en-US" sz="2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en-US" sz="21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Harshadeep</a:t>
            </a:r>
            <a:r>
              <a:rPr lang="en-US" sz="21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Praful Thul (RBT25CB022)</a:t>
            </a:r>
            <a:br>
              <a:rPr lang="en-US" sz="21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22-10-2026</a:t>
            </a:r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 </a:t>
            </a:r>
            <a:r>
              <a:rPr lang="en-US" sz="2100" dirty="0">
                <a:latin typeface="Times New Roman" panose="02020603050405020304" pitchFamily="18" charset="0"/>
                <a:cs typeface="Times New Roman" pitchFamily="18" charset="0"/>
              </a:rPr>
              <a:t>Database Management System </a:t>
            </a:r>
            <a:endParaRPr lang="en-US" sz="21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Coordinator:  </a:t>
            </a:r>
            <a:r>
              <a:rPr lang="en-US" sz="2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Rutuja S. </a:t>
            </a:r>
            <a:r>
              <a:rPr lang="en-US" sz="21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Bachhav</a:t>
            </a:r>
            <a:r>
              <a:rPr lang="en-US" sz="2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1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811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  <a:p>
            <a:pPr marL="0" indent="0">
              <a:buNone/>
            </a:pP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two-tier web application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library work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librarian signs in, and a Flask back end applies the library rules and stores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books, members, issues, renewals and fines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MySQL.</a:t>
            </a:r>
          </a:p>
          <a:p>
            <a:pPr marL="0" indent="0">
              <a:buNone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roles (admin / librarian)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Issue, return and renew books; automatic fines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edit, reports, CSV export, activity log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Backups, Docker deployment, automated tests</a:t>
            </a:r>
          </a:p>
          <a:p>
            <a:pPr marL="0" indent="0">
              <a:buNone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HTML/CSS/JS | Flask (Python) | MySQL | Docker | GitHub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0" indent="0">
              <a:buNone/>
            </a:pP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library records are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slow, error-prone and insecure</a:t>
            </a: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Fines are calculated by hand, stock is not checked, nobody knows who changed a record, and there is no backup.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records in a MySQL database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due dates, renewals and fines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rules with constraints and transactions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access: login, roles, activity log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reliable for daily use: backups, tests, Docker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dependable, database-driven library system ready for GitHub.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5760"/>
            <a:ext cx="109728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library management relies 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Costly commercial software</a:t>
            </a:r>
          </a:p>
          <a:p>
            <a:pPr marL="0" lv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searching and manual fines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check for available copies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security, no history of changes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backup; risk of data loss</a:t>
            </a:r>
          </a:p>
          <a:p>
            <a:pPr marL="0" lv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  <a:p>
            <a:pPr marL="0" indent="0">
              <a:buNone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+ secured web application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on free, open-source tools.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7384"/>
            <a:ext cx="10972800" cy="11430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8 + Workbench, Python Flask, HTML/CSS/JS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a basic computer; Docker optional</a:t>
            </a:r>
          </a:p>
          <a:p>
            <a:pPr marL="0" lvl="0" indent="0">
              <a:buNone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tools are open-source and free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specialized hardware</a:t>
            </a:r>
          </a:p>
          <a:p>
            <a:pPr marL="0" lvl="0" indent="0">
              <a:buNone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web interface for the librarian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command and health check for daily use</a:t>
            </a:r>
          </a:p>
          <a:p>
            <a:pPr marL="0" lvl="0" indent="0">
              <a:buNone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✔ Technically, economically &amp; operationally feasible.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7384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560C-1674-4EE3-94B4-618D361F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525172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(2-Tier Application)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(Web Browser)</a:t>
            </a: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  HTML + CSS + JavaScript, login + CSRF token</a:t>
            </a: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 – validation, rules, audit log</a:t>
            </a: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  JSON over HTTP, SQL via PyMySQL (transactions)</a:t>
            </a: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– LibraryDB</a:t>
            </a: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 algn="just">
              <a:buNone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| Book | Issue | Fine | Librarian | Audit_Log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/ Reports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totals, overdue, activity log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/ Members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add, search, edit, delete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/ Return / Renew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transaction + due date + fine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Fines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view and mark paid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8256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DD7C-92FE-4E55-8468-59BEDFEA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495" y="1600201"/>
            <a:ext cx="11645009" cy="5141167"/>
          </a:xfrm>
        </p:spPr>
        <p:txBody>
          <a:bodyPr/>
          <a:lstStyle/>
          <a:p>
            <a:endParaRPr lang="en-US" sz="2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094A57-0678-EFAB-1CDF-AAB947AB9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812495"/>
              </p:ext>
            </p:extLst>
          </p:nvPr>
        </p:nvGraphicFramePr>
        <p:xfrm>
          <a:off x="479375" y="2348880"/>
          <a:ext cx="4248473" cy="3176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5810">
                  <a:extLst>
                    <a:ext uri="{9D8B030D-6E8A-4147-A177-3AD203B41FA5}">
                      <a16:colId xmlns:a16="http://schemas.microsoft.com/office/drawing/2014/main" val="1088509298"/>
                    </a:ext>
                  </a:extLst>
                </a:gridCol>
                <a:gridCol w="2302663">
                  <a:extLst>
                    <a:ext uri="{9D8B030D-6E8A-4147-A177-3AD203B41FA5}">
                      <a16:colId xmlns:a16="http://schemas.microsoft.com/office/drawing/2014/main" val="3945832004"/>
                    </a:ext>
                  </a:extLst>
                </a:gridCol>
              </a:tblGrid>
              <a:tr h="634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483881"/>
                  </a:ext>
                </a:extLst>
              </a:tr>
              <a:tr h="634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Member /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People and stock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82355"/>
                  </a:ext>
                </a:extLst>
              </a:tr>
              <a:tr h="634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Issue / Fine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Loans, renewals, fines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282693"/>
                  </a:ext>
                </a:extLst>
              </a:tr>
              <a:tr h="634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Librarian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Staff login,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133331"/>
                  </a:ext>
                </a:extLst>
              </a:tr>
              <a:tr h="634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Audit_Log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History of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48933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8FCCA03-A1B6-A421-A711-D508193EF7CD}"/>
              </a:ext>
            </a:extLst>
          </p:cNvPr>
          <p:cNvSpPr txBox="1"/>
          <p:nvPr/>
        </p:nvSpPr>
        <p:spPr>
          <a:xfrm>
            <a:off x="407369" y="5805264"/>
            <a:ext cx="49685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→ Issue ← Book ; Issue → Fine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1675F0-1F30-93D3-A316-B6431A398109}"/>
              </a:ext>
            </a:extLst>
          </p:cNvPr>
          <p:cNvSpPr txBox="1"/>
          <p:nvPr/>
        </p:nvSpPr>
        <p:spPr>
          <a:xfrm>
            <a:off x="479375" y="1717358"/>
            <a:ext cx="43924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</p:txBody>
      </p:sp>
      <p:pic>
        <p:nvPicPr>
          <p:cNvPr id="21" name="Picture 20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289" y="1410978"/>
            <a:ext cx="5559251" cy="53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8640"/>
            <a:ext cx="10972800" cy="72008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D2270-6F0A-EB6D-5AF4-ED2F98B029EA}"/>
              </a:ext>
            </a:extLst>
          </p:cNvPr>
          <p:cNvSpPr txBox="1"/>
          <p:nvPr/>
        </p:nvSpPr>
        <p:spPr>
          <a:xfrm>
            <a:off x="7000000" y="1300000"/>
            <a:ext cx="49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>
                <a:latin typeface="Courier New"/>
              </a:rPr>
              <a:t>-- Issue a book (one transaction)</a:t>
            </a:r>
          </a:p>
          <a:p>
            <a:r>
              <a:rPr sz="1300">
                <a:latin typeface="Courier New"/>
              </a:rPr>
              <a:t>INSERT INTO Issue(Member_ID,Book_ID,</a:t>
            </a:r>
          </a:p>
          <a:p>
            <a:r>
              <a:rPr sz="1300">
                <a:latin typeface="Courier New"/>
              </a:rPr>
              <a:t>  Issue_Date,Due_Date)</a:t>
            </a:r>
          </a:p>
          <a:p>
            <a:r>
              <a:rPr sz="1300">
                <a:latin typeface="Courier New"/>
              </a:rPr>
              <a:t>VALUES(%s,%s,%s,%s);</a:t>
            </a:r>
          </a:p>
          <a:p/>
          <a:p>
            <a:r>
              <a:rPr sz="1300">
                <a:latin typeface="Courier New"/>
              </a:rPr>
              <a:t>UPDATE Book</a:t>
            </a:r>
          </a:p>
          <a:p>
            <a:r>
              <a:rPr sz="1300">
                <a:latin typeface="Courier New"/>
              </a:rPr>
              <a:t>SET Quantity = Quantity - 1</a:t>
            </a:r>
          </a:p>
          <a:p>
            <a:r>
              <a:rPr sz="1300">
                <a:latin typeface="Courier New"/>
              </a:rPr>
              <a:t>WHERE Book_ID = %s</a:t>
            </a:r>
          </a:p>
          <a:p>
            <a:r>
              <a:rPr sz="1300">
                <a:latin typeface="Courier New"/>
              </a:rPr>
              <a:t>  AND Quantity &gt; 0;  -- atomic</a:t>
            </a:r>
          </a:p>
          <a:p/>
          <a:p>
            <a:r>
              <a:rPr sz="1300">
                <a:latin typeface="Courier New"/>
              </a:rPr>
              <a:t>-- Fine on late return</a:t>
            </a:r>
          </a:p>
          <a:p>
            <a:r>
              <a:rPr sz="1300">
                <a:latin typeface="Courier New"/>
              </a:rPr>
              <a:t>INSERT INTO Fine(Issue_ID,Amount)</a:t>
            </a:r>
          </a:p>
          <a:p>
            <a:r>
              <a:rPr sz="1300">
                <a:latin typeface="Courier New"/>
              </a:rPr>
              <a:t>VALUES(%s, days_late * 2);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BE594-1C87-55A2-E3A0-150BBBFB7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1031016" cy="5400601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Operations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→ tables, constraints, view, index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→ sample data, audit log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/ WHERE → search &amp; filter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→ Issue + Member + Book + Fine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/ SUM → reports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in a TRANSACTION → stock, returns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 / TRIGGER → history, stock guard</a:t>
            </a:r>
          </a:p>
          <a:p>
            <a:pPr marL="0" lv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Result</a:t>
            </a:r>
          </a:p>
          <a:p>
            <a:pPr marL="0" indent="0">
              <a:buNone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6 related tables with PK, FK, CHECK</a:t>
            </a:r>
          </a:p>
          <a:p>
            <a:pPr marL="0" indent="0">
              <a:buNone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Flask API connected to MySQL</a:t>
            </a:r>
          </a:p>
          <a:p>
            <a:pPr marL="0" indent="0">
              <a:buNone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Issue / return / renew are transactions</a:t>
            </a:r>
          </a:p>
          <a:p>
            <a:pPr marL="0" indent="0">
              <a:buNone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27 automated tests passed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61662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IN" b="0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turns DBMS concepts into a </a:t>
            </a:r>
            <a:r>
              <a:rPr lang="en-IN" b="1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dependable web application</a:t>
            </a:r>
            <a:r>
              <a:rPr lang="en-IN" b="0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using MySQL, Flask and a browser front end.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6 related tables with keys, constraints, view, procedure, trigger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login, roles and a full activity log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keep stock, issues and fines consistent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27 tests, backups, Docker and GitHub-ready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and online reservation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Email/SMS reminders, barcode scanning</a:t>
            </a:r>
          </a:p>
          <a:p>
            <a:r>
              <a:rPr lang="en-IN" dirty="0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MongoDB for catalogue metadata; mobile app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628800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Documentation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&amp; PyMySQL Documentation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Cheat Sheet Series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&amp; GitHub Actions Documentation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— SQL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 — DBMS &amp; SQL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0C9F3-C9A9-629B-4F41-2E9FECC80780}"/>
              </a:ext>
            </a:extLst>
          </p:cNvPr>
          <p:cNvSpPr txBox="1"/>
          <p:nvPr/>
        </p:nvSpPr>
        <p:spPr>
          <a:xfrm>
            <a:off x="4157388" y="2998693"/>
            <a:ext cx="4242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4108052411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Reliability, Security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/ return / renew run as one transaction (rollback on error)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stock update: Quantity - 1 WHERE Quantity &gt; 0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handling, rotating log file, /health check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manage.py backup (dated, keeps last 14)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PBKDF2-hashed passwords; admin / librarian roles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CSRF token, login lock-out, parameterised SQL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(audit) log of every action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 (MySQL + app), GitHub Actions runs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Login &amp; Dashboard</a:t>
            </a:r>
          </a:p>
        </p:txBody>
      </p:sp>
      <p:pic>
        <p:nvPicPr>
          <p:cNvPr id="3" name="Picture 2" descr="ui_login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1760937"/>
            <a:ext cx="5725000" cy="357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000" y="5369062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Login page</a:t>
            </a:r>
          </a:p>
        </p:txBody>
      </p:sp>
      <p:pic>
        <p:nvPicPr>
          <p:cNvPr id="5" name="Picture 4" descr="u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000" y="1760937"/>
            <a:ext cx="5725000" cy="357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5000" y="5369062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Books &amp; Members</a:t>
            </a:r>
          </a:p>
        </p:txBody>
      </p:sp>
      <p:pic>
        <p:nvPicPr>
          <p:cNvPr id="3" name="Picture 2" descr="ui_books_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1557432"/>
            <a:ext cx="5725000" cy="3985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000" y="5572568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Add / list books</a:t>
            </a:r>
          </a:p>
        </p:txBody>
      </p:sp>
      <p:pic>
        <p:nvPicPr>
          <p:cNvPr id="5" name="Picture 4" descr="ui_memb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000" y="1682666"/>
            <a:ext cx="5725000" cy="3734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5000" y="5447333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Members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Issue &amp; Return</a:t>
            </a:r>
          </a:p>
        </p:txBody>
      </p:sp>
      <p:pic>
        <p:nvPicPr>
          <p:cNvPr id="3" name="Picture 2" descr="ui_issue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1573086"/>
            <a:ext cx="5725000" cy="3953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000" y="5556914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Book issued, due date set</a:t>
            </a:r>
          </a:p>
        </p:txBody>
      </p:sp>
      <p:pic>
        <p:nvPicPr>
          <p:cNvPr id="5" name="Picture 4" descr="ui_issue_b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000" y="1760937"/>
            <a:ext cx="5725000" cy="357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5000" y="5369062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Blocked: unpaid fine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Renew, Fine &amp; Edit</a:t>
            </a:r>
          </a:p>
        </p:txBody>
      </p:sp>
      <p:pic>
        <p:nvPicPr>
          <p:cNvPr id="3" name="Picture 2" descr="ui_re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2271042"/>
            <a:ext cx="3733333" cy="2557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000" y="4858958"/>
            <a:ext cx="3733333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Renewed</a:t>
            </a:r>
          </a:p>
        </p:txBody>
      </p:sp>
      <p:pic>
        <p:nvPicPr>
          <p:cNvPr id="5" name="Picture 4" descr="ui_return_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33" y="2271042"/>
            <a:ext cx="3733333" cy="25579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33333" y="4858958"/>
            <a:ext cx="3733333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Late return: ₹22 fine</a:t>
            </a:r>
          </a:p>
        </p:txBody>
      </p:sp>
      <p:pic>
        <p:nvPicPr>
          <p:cNvPr id="7" name="Picture 6" descr="ui_book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666" y="2383333"/>
            <a:ext cx="3733333" cy="2333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16666" y="4746666"/>
            <a:ext cx="3733333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Edit dialog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Fines &amp; Reports</a:t>
            </a:r>
          </a:p>
        </p:txBody>
      </p:sp>
      <p:pic>
        <p:nvPicPr>
          <p:cNvPr id="3" name="Picture 2" descr="ui_f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0" y="1760937"/>
            <a:ext cx="5725000" cy="357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000" y="5369062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Fines</a:t>
            </a:r>
          </a:p>
        </p:txBody>
      </p:sp>
      <p:pic>
        <p:nvPicPr>
          <p:cNvPr id="5" name="Picture 4" descr="ui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936" y="1050000"/>
            <a:ext cx="5369127" cy="50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5000" y="6080000"/>
            <a:ext cx="5725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Reports &amp; activity 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SQL Queries</a:t>
            </a:r>
          </a:p>
        </p:txBody>
      </p:sp>
      <p:pic>
        <p:nvPicPr>
          <p:cNvPr id="3" name="Picture 2" descr="q_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691" y="950000"/>
            <a:ext cx="5538617" cy="2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3480000"/>
            <a:ext cx="9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JOIN of Issue, Member, Book and Fine</a:t>
            </a:r>
          </a:p>
        </p:txBody>
      </p:sp>
      <p:pic>
        <p:nvPicPr>
          <p:cNvPr id="5" name="Picture 4" descr="q_over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07" y="3950000"/>
            <a:ext cx="5029585" cy="20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000" y="5980000"/>
            <a:ext cx="5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Overdue books</a:t>
            </a:r>
          </a:p>
        </p:txBody>
      </p:sp>
      <p:pic>
        <p:nvPicPr>
          <p:cNvPr id="7" name="Picture 6" descr="q_a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866" y="3750000"/>
            <a:ext cx="2746268" cy="23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0000" y="6080000"/>
            <a:ext cx="5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GROUP BY / SUM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632"/>
            <a:ext cx="109728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Automated Tests</a:t>
            </a:r>
          </a:p>
        </p:txBody>
      </p:sp>
      <p:pic>
        <p:nvPicPr>
          <p:cNvPr id="3" name="Picture 2" descr="tes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1" y="1000000"/>
            <a:ext cx="4936038" cy="54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000" y="6430000"/>
            <a:ext cx="6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27 tests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0000" y="1300000"/>
            <a:ext cx="52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Tests cover:</a:t>
            </a:r>
          </a:p>
          <a:p>
            <a:r>
              <a:rPr sz="2000" b="0"/>
              <a:t>• Login, roles, lock-out, CSRF</a:t>
            </a:r>
          </a:p>
          <a:p>
            <a:r>
              <a:rPr sz="2000" b="0"/>
              <a:t>• Issue / return / renew rules</a:t>
            </a:r>
          </a:p>
          <a:p>
            <a:r>
              <a:rPr sz="2000" b="0"/>
              <a:t>• Fine calculation and rollback</a:t>
            </a:r>
          </a:p>
          <a:p>
            <a:r>
              <a:rPr sz="2000" b="0"/>
              <a:t>• Validation and SQL-injection input</a:t>
            </a:r>
          </a:p>
          <a:p>
            <a:r>
              <a:rPr sz="2000" b="0"/>
              <a:t>• Pagination, CSV export, audit log</a:t>
            </a:r>
          </a:p>
          <a:p/>
          <a:p>
            <a:r>
              <a:rPr sz="2000" b="1"/>
              <a:t>Result: 27 / 27 passed 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539</Words>
  <Application>Microsoft Office PowerPoint</Application>
  <PresentationFormat>Widescreen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 Antiqua</vt:lpstr>
      <vt:lpstr>Calibri</vt:lpstr>
      <vt:lpstr>Times New Roman</vt:lpstr>
      <vt:lpstr>Office Theme</vt:lpstr>
      <vt:lpstr>PowerPoint Presentation</vt:lpstr>
      <vt:lpstr>Index</vt:lpstr>
      <vt:lpstr>Introduction </vt:lpstr>
      <vt:lpstr>Problem Definition &amp; Objectives </vt:lpstr>
      <vt:lpstr>Literature Survey </vt:lpstr>
      <vt:lpstr>Feasibility Study</vt:lpstr>
      <vt:lpstr>System Design &amp; Architecture </vt:lpstr>
      <vt:lpstr>Database Design &amp; ER Diagram </vt:lpstr>
      <vt:lpstr>SQL Implementation  </vt:lpstr>
      <vt:lpstr>Results</vt:lpstr>
      <vt:lpstr>PowerPoint Presentation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Premraj Goykar</cp:lastModifiedBy>
  <cp:revision>44</cp:revision>
  <dcterms:created xsi:type="dcterms:W3CDTF">2023-11-19T03:41:15Z</dcterms:created>
  <dcterms:modified xsi:type="dcterms:W3CDTF">2026-10-14T09:36:17Z</dcterms:modified>
</cp:coreProperties>
</file>